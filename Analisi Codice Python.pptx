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5696-6976-12C9-104C-B0DDD05D3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94F68-835D-8E2D-2CDC-8E9C6DF80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0A1B7-C540-D8D9-503A-7BFFAEB5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6D52E-358B-4D9B-EB8A-EECE5E9E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F64C8-5A51-E020-E8BE-A3DA6006B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90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E47D-39CB-E029-D57F-A6DDA0E0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85BF-AA39-A484-8C50-AE062D133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25C3E-A202-B742-B043-E44BA325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4AA5F-D305-4273-24DD-3718572A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193E1-24E2-8D6F-8F08-21EEA2CE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855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800E-E3D5-D6D0-CDF6-3D5EA4D3E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5B598-5861-2F96-E3D9-5BACF3F3D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EDD7E-7204-3B58-110E-296090AE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8AB88-D2AC-7E6C-D353-926DCF93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6C63F-35B4-E31E-3B96-54E175A9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483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9F39-A808-6FAB-7706-6E14B628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EE0CC-08B4-4A04-019C-61504E548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6BB27-BDA9-97A7-D03B-296477DCE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E57C5-012B-EFB1-4C76-3D0DD7FE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91C31-1235-60BC-B099-4BE373CAB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515E9-33EC-72CC-5C0A-55677077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9714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D8F5-BBB6-5931-71A2-6D9F8821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679EF-ECDB-924A-2541-5E55EC112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0445A-08BB-6044-D38E-5FFCD1DD4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A1CF3-1685-CD98-A1E1-062B657D3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2837B-24CD-21E5-0A2A-B8C103CD1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D1EB7-38F3-49BB-7352-F839A2B7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C152F-6EB1-DE08-041C-B380CF54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976DF-63F7-A71F-93DB-2839F39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69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EC42-024A-A35D-6BCA-B703A7108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30595-9333-88B6-7352-65F66B88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B26D0-7E17-2BCC-748D-4240F44E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4771A-C51A-A2D4-BADC-B7BD004A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433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DD50D-15AB-2B18-052F-9F68F2E7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9BCEC-4F79-D158-59A4-224A8D84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94290-900A-C0A2-8F2E-E9409542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56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69D7-467D-DA22-BC17-CBC64C25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611BB-D5D9-D75F-242E-66C4CE539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E61AA-D167-C32A-12EF-77CA4DD88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38FB6-F97E-BC9A-89D7-54782B3F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03C78-3759-39C5-D78C-361A0F36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846EA-59CD-C517-2246-E8782F67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226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B4D5-B339-77FD-C4E8-A22937C8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E7319-7A28-8940-D094-2ECCADABA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42861-F442-D487-91C3-A1D0CC5F0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4A2EA-A4BE-0760-D767-5165E050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FB01D-1088-E2AB-9657-D070B112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63430-B61E-9E89-B15B-F218B808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588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F59F-B524-A3C8-5626-CF5C4F1A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924D1-DDE0-373C-D0FF-50B2A1AC8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B9066-7562-93C8-D029-AEB39523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EC251-84C8-857E-4315-A542E53D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58E5-76E1-B44A-760E-D203A8C4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114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4003B-8506-BFD2-91A0-33916262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8A087-E55F-3976-A65A-FAC6B0D54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4F3B0-6BD4-10B7-1C47-6D159441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FC51-E945-FF40-9396-60A3AFE2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8E05B-EBA8-00D4-C30A-B7C89823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106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FECD35-4D30-B56B-A461-7758C539A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9AD22-DB8B-50F1-E515-1397D3676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9C167-192C-D563-6482-A2FF2F59C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84109-7EF0-44B9-861B-0C49D5D6CCFE}" type="datetimeFigureOut">
              <a:rPr lang="it-IT" smtClean="0"/>
              <a:t>14/12/2023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D67C9-9BB7-26AB-04EE-E471A682E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CDF7B-D9D8-8366-5825-2B6E9F63C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2E095-A310-49CA-838B-3BF664364F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47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5BAB42-E108-D15D-0731-DFCCA0B13512}"/>
              </a:ext>
            </a:extLst>
          </p:cNvPr>
          <p:cNvSpPr txBox="1"/>
          <p:nvPr/>
        </p:nvSpPr>
        <p:spPr>
          <a:xfrm>
            <a:off x="0" y="21364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 </a:t>
            </a:r>
            <a:r>
              <a:rPr lang="en-US" dirty="0" err="1"/>
              <a:t>seguito</a:t>
            </a:r>
            <a:r>
              <a:rPr lang="en-US" dirty="0"/>
              <a:t> </a:t>
            </a:r>
            <a:r>
              <a:rPr lang="en-US" dirty="0" err="1"/>
              <a:t>allego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vari</a:t>
            </a:r>
            <a:r>
              <a:rPr lang="en-US" dirty="0"/>
              <a:t> </a:t>
            </a:r>
            <a:r>
              <a:rPr lang="en-US" dirty="0" err="1"/>
              <a:t>pezzi</a:t>
            </a:r>
            <a:r>
              <a:rPr lang="en-US" dirty="0"/>
              <a:t> di </a:t>
            </a:r>
            <a:r>
              <a:rPr lang="en-US" dirty="0" err="1"/>
              <a:t>codice</a:t>
            </a:r>
            <a:r>
              <a:rPr lang="en-US" dirty="0"/>
              <a:t> con </a:t>
            </a:r>
            <a:r>
              <a:rPr lang="en-US" dirty="0" err="1"/>
              <a:t>accanto</a:t>
            </a:r>
            <a:r>
              <a:rPr lang="en-US" dirty="0"/>
              <a:t> </a:t>
            </a:r>
            <a:r>
              <a:rPr lang="en-US" dirty="0" err="1"/>
              <a:t>relativa</a:t>
            </a:r>
            <a:r>
              <a:rPr lang="en-US" dirty="0"/>
              <a:t> </a:t>
            </a:r>
            <a:r>
              <a:rPr lang="en-US" dirty="0" err="1"/>
              <a:t>descrizione</a:t>
            </a:r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206A5-4093-2E64-52A0-64CA53E3735A}"/>
              </a:ext>
            </a:extLst>
          </p:cNvPr>
          <p:cNvSpPr txBox="1"/>
          <p:nvPr/>
        </p:nvSpPr>
        <p:spPr>
          <a:xfrm>
            <a:off x="4625100" y="771770"/>
            <a:ext cx="7150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Importa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moduli </a:t>
            </a:r>
            <a:r>
              <a:rPr lang="en-US" dirty="0" err="1"/>
              <a:t>necessari</a:t>
            </a:r>
            <a:r>
              <a:rPr lang="en-US" dirty="0"/>
              <a:t> per </a:t>
            </a:r>
            <a:r>
              <a:rPr lang="en-US" dirty="0" err="1"/>
              <a:t>poter</a:t>
            </a:r>
            <a:r>
              <a:rPr lang="en-US" dirty="0"/>
              <a:t> </a:t>
            </a:r>
            <a:r>
              <a:rPr lang="en-US" dirty="0" err="1"/>
              <a:t>eseguire</a:t>
            </a:r>
            <a:r>
              <a:rPr lang="en-US" dirty="0"/>
              <a:t> </a:t>
            </a:r>
            <a:r>
              <a:rPr lang="en-US" dirty="0" err="1"/>
              <a:t>sezioni</a:t>
            </a:r>
            <a:r>
              <a:rPr lang="en-US" dirty="0"/>
              <a:t> </a:t>
            </a:r>
            <a:r>
              <a:rPr lang="en-US" dirty="0" err="1"/>
              <a:t>specifiche</a:t>
            </a:r>
            <a:r>
              <a:rPr lang="en-US" dirty="0"/>
              <a:t> del </a:t>
            </a:r>
            <a:r>
              <a:rPr lang="en-US" dirty="0" err="1"/>
              <a:t>codice</a:t>
            </a:r>
            <a:endParaRPr lang="it-I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193DD-CA3F-4E56-A8F3-BD0FC4176103}"/>
              </a:ext>
            </a:extLst>
          </p:cNvPr>
          <p:cNvSpPr txBox="1"/>
          <p:nvPr/>
        </p:nvSpPr>
        <p:spPr>
          <a:xfrm>
            <a:off x="4625100" y="1366907"/>
            <a:ext cx="4556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 </a:t>
            </a:r>
            <a:r>
              <a:rPr lang="en-US" dirty="0" err="1"/>
              <a:t>dichiarano</a:t>
            </a:r>
            <a:r>
              <a:rPr lang="en-US" dirty="0"/>
              <a:t> le </a:t>
            </a:r>
            <a:r>
              <a:rPr lang="en-US" dirty="0" err="1"/>
              <a:t>variabili</a:t>
            </a:r>
            <a:r>
              <a:rPr lang="en-US" dirty="0"/>
              <a:t> per </a:t>
            </a:r>
            <a:r>
              <a:rPr lang="en-US" dirty="0" err="1"/>
              <a:t>indirizzo</a:t>
            </a:r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e porta</a:t>
            </a:r>
            <a:endParaRPr lang="it-IT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B16CE3-B9B9-CC23-551C-2969F0D93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30" y="871170"/>
            <a:ext cx="2200275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F7CA27-AABF-90D6-FD93-EBC456D4D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30" y="1364764"/>
            <a:ext cx="1228725" cy="3714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A3CB4F-7B75-B4F4-BC47-F71AF6785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30" y="2106938"/>
            <a:ext cx="4124325" cy="200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C38C02A-BDDB-CA98-A4DD-C11E71B5E86C}"/>
              </a:ext>
            </a:extLst>
          </p:cNvPr>
          <p:cNvSpPr txBox="1"/>
          <p:nvPr/>
        </p:nvSpPr>
        <p:spPr>
          <a:xfrm>
            <a:off x="4636494" y="1883784"/>
            <a:ext cx="6840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Crea un oggetto  contenente un </a:t>
            </a:r>
            <a:r>
              <a:rPr lang="it-IT" dirty="0" err="1"/>
              <a:t>socket</a:t>
            </a:r>
            <a:r>
              <a:rPr lang="it-IT" dirty="0"/>
              <a:t> che utilizza IPv4 (AF_INET) e TCP (SOCK_STREAM)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6C0678-B406-8E4C-2FF7-08D2BDB14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30" y="2853696"/>
            <a:ext cx="2247900" cy="2000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285669-BB75-3614-C312-C887B0B6624C}"/>
              </a:ext>
            </a:extLst>
          </p:cNvPr>
          <p:cNvSpPr txBox="1"/>
          <p:nvPr/>
        </p:nvSpPr>
        <p:spPr>
          <a:xfrm>
            <a:off x="4625100" y="2769043"/>
            <a:ext cx="6573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Associa</a:t>
            </a:r>
            <a:r>
              <a:rPr lang="en-US" dirty="0"/>
              <a:t> </a:t>
            </a:r>
            <a:r>
              <a:rPr lang="en-US" dirty="0" err="1"/>
              <a:t>all’oggetto</a:t>
            </a:r>
            <a:r>
              <a:rPr lang="en-US" dirty="0"/>
              <a:t> un </a:t>
            </a:r>
            <a:r>
              <a:rPr lang="en-US" dirty="0" err="1"/>
              <a:t>ip</a:t>
            </a:r>
            <a:r>
              <a:rPr lang="en-US" dirty="0"/>
              <a:t> e </a:t>
            </a:r>
            <a:r>
              <a:rPr lang="en-US" dirty="0" err="1"/>
              <a:t>una</a:t>
            </a:r>
            <a:r>
              <a:rPr lang="en-US" dirty="0"/>
              <a:t> porta </a:t>
            </a:r>
            <a:r>
              <a:rPr lang="en-US" dirty="0" err="1"/>
              <a:t>tramite</a:t>
            </a:r>
            <a:r>
              <a:rPr lang="en-US" dirty="0"/>
              <a:t> le </a:t>
            </a:r>
            <a:r>
              <a:rPr lang="en-US" dirty="0" err="1"/>
              <a:t>variabili</a:t>
            </a:r>
            <a:r>
              <a:rPr lang="en-US" dirty="0"/>
              <a:t> create prima</a:t>
            </a:r>
            <a:endParaRPr lang="it-IT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4E418F-9CE8-CA75-339F-ECB44618A4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130" y="3429508"/>
            <a:ext cx="952500" cy="2095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086D5CC-2411-8ECD-3A89-DD1CEFA93BD6}"/>
              </a:ext>
            </a:extLst>
          </p:cNvPr>
          <p:cNvSpPr txBox="1"/>
          <p:nvPr/>
        </p:nvSpPr>
        <p:spPr>
          <a:xfrm>
            <a:off x="4625100" y="3349617"/>
            <a:ext cx="7216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Inizia</a:t>
            </a:r>
            <a:r>
              <a:rPr lang="en-US" dirty="0"/>
              <a:t> ad </a:t>
            </a:r>
            <a:r>
              <a:rPr lang="en-US" dirty="0" err="1"/>
              <a:t>ascoltare</a:t>
            </a:r>
            <a:r>
              <a:rPr lang="en-US" dirty="0"/>
              <a:t> le </a:t>
            </a:r>
            <a:r>
              <a:rPr lang="en-US" dirty="0" err="1"/>
              <a:t>connessioni</a:t>
            </a:r>
            <a:r>
              <a:rPr lang="en-US" dirty="0"/>
              <a:t> in </a:t>
            </a:r>
            <a:r>
              <a:rPr lang="en-US" dirty="0" err="1"/>
              <a:t>entrata</a:t>
            </a:r>
            <a:r>
              <a:rPr lang="en-US" dirty="0"/>
              <a:t> </a:t>
            </a:r>
            <a:r>
              <a:rPr lang="en-US" dirty="0" err="1"/>
              <a:t>fino</a:t>
            </a:r>
            <a:r>
              <a:rPr lang="en-US" dirty="0"/>
              <a:t> a un </a:t>
            </a:r>
            <a:r>
              <a:rPr lang="en-US" dirty="0" err="1"/>
              <a:t>massimo</a:t>
            </a:r>
            <a:r>
              <a:rPr lang="en-US" dirty="0"/>
              <a:t> di 1 in </a:t>
            </a:r>
            <a:r>
              <a:rPr lang="en-US" dirty="0" err="1"/>
              <a:t>attesa</a:t>
            </a:r>
            <a:endParaRPr lang="it-IT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873C1E1-CCD8-30A1-B933-4A4F552EE0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130" y="4080117"/>
            <a:ext cx="2562225" cy="2286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4D8C32-DF8A-1DB0-3D2C-308AC956F3AF}"/>
              </a:ext>
            </a:extLst>
          </p:cNvPr>
          <p:cNvSpPr txBox="1"/>
          <p:nvPr/>
        </p:nvSpPr>
        <p:spPr>
          <a:xfrm>
            <a:off x="4638418" y="4009751"/>
            <a:ext cx="3342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Accetta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connessione</a:t>
            </a:r>
            <a:r>
              <a:rPr lang="en-US" dirty="0"/>
              <a:t> in </a:t>
            </a:r>
            <a:r>
              <a:rPr lang="en-US" dirty="0" err="1"/>
              <a:t>arrivo</a:t>
            </a:r>
            <a:endParaRPr lang="it-IT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C654755-AE82-235D-EBAB-5E57AF97CD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130" y="4749776"/>
            <a:ext cx="2886075" cy="228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F0976B7-3609-741E-D9D4-AEFC502EDECF}"/>
              </a:ext>
            </a:extLst>
          </p:cNvPr>
          <p:cNvSpPr txBox="1"/>
          <p:nvPr/>
        </p:nvSpPr>
        <p:spPr>
          <a:xfrm>
            <a:off x="4636494" y="4609044"/>
            <a:ext cx="540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Stampa un </a:t>
            </a:r>
            <a:r>
              <a:rPr lang="en-US" dirty="0" err="1"/>
              <a:t>messaggio</a:t>
            </a:r>
            <a:r>
              <a:rPr lang="en-US" dirty="0"/>
              <a:t> con </a:t>
            </a:r>
            <a:r>
              <a:rPr lang="en-US" dirty="0" err="1"/>
              <a:t>l’indirizzo</a:t>
            </a:r>
            <a:r>
              <a:rPr lang="en-US" dirty="0"/>
              <a:t> del client </a:t>
            </a:r>
            <a:r>
              <a:rPr lang="en-US" dirty="0" err="1"/>
              <a:t>connesso</a:t>
            </a:r>
            <a:endParaRPr lang="it-IT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525ADEE-E3F5-8151-4798-A311D3A80C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130" y="5419435"/>
            <a:ext cx="704850" cy="20002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6939E52-847A-565C-426D-37861ECAC528}"/>
              </a:ext>
            </a:extLst>
          </p:cNvPr>
          <p:cNvSpPr txBox="1"/>
          <p:nvPr/>
        </p:nvSpPr>
        <p:spPr>
          <a:xfrm>
            <a:off x="4636494" y="5269178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Inizia</a:t>
            </a:r>
            <a:r>
              <a:rPr lang="en-US" dirty="0"/>
              <a:t> un loop while</a:t>
            </a:r>
            <a:endParaRPr lang="it-IT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43DBBC6-BFD4-1307-9DE6-C64459505C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130" y="5910262"/>
            <a:ext cx="2828925" cy="52387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4B2A47C-3018-CFE6-D190-0BEF7B66DD3D}"/>
              </a:ext>
            </a:extLst>
          </p:cNvPr>
          <p:cNvSpPr txBox="1"/>
          <p:nvPr/>
        </p:nvSpPr>
        <p:spPr>
          <a:xfrm>
            <a:off x="4625100" y="5987533"/>
            <a:ext cx="429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Riceve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fino</a:t>
            </a:r>
            <a:r>
              <a:rPr lang="en-US" dirty="0"/>
              <a:t> a un </a:t>
            </a:r>
            <a:r>
              <a:rPr lang="en-US" dirty="0" err="1"/>
              <a:t>massimo</a:t>
            </a:r>
            <a:r>
              <a:rPr lang="en-US" dirty="0"/>
              <a:t> di 1024 byte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4682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C74285-0871-0FDA-5D9E-12E77C6C623E}"/>
              </a:ext>
            </a:extLst>
          </p:cNvPr>
          <p:cNvSpPr txBox="1"/>
          <p:nvPr/>
        </p:nvSpPr>
        <p:spPr>
          <a:xfrm>
            <a:off x="5458626" y="357766"/>
            <a:ext cx="60974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Ciclo </a:t>
            </a:r>
            <a:r>
              <a:rPr lang="it-IT" dirty="0" err="1"/>
              <a:t>if</a:t>
            </a:r>
            <a:r>
              <a:rPr lang="it-IT" dirty="0"/>
              <a:t> che controlla se il messaggio inviato dal cliente è 1 e in caso di risposta positiva assegna alla </a:t>
            </a:r>
            <a:r>
              <a:rPr lang="it-IT" dirty="0" err="1"/>
              <a:t>variable</a:t>
            </a:r>
            <a:r>
              <a:rPr lang="it-IT" dirty="0"/>
              <a:t> </a:t>
            </a:r>
            <a:r>
              <a:rPr lang="it-IT" dirty="0" err="1"/>
              <a:t>tosend</a:t>
            </a:r>
            <a:r>
              <a:rPr lang="it-IT" dirty="0"/>
              <a:t> informazioni su sistema operativo e sulla macchina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3AF63A-1DF3-E312-6DEB-1BF0BBF15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74" y="543206"/>
            <a:ext cx="4572000" cy="552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0C9517-3041-5D29-0B46-95E23B44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74" y="1966823"/>
            <a:ext cx="4019550" cy="1724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C7B90D-0FB9-7B4D-4F8D-6D8F19454C26}"/>
              </a:ext>
            </a:extLst>
          </p:cNvPr>
          <p:cNvSpPr txBox="1"/>
          <p:nvPr/>
        </p:nvSpPr>
        <p:spPr>
          <a:xfrm>
            <a:off x="5458626" y="1674674"/>
            <a:ext cx="60974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Continuazione del ciclo </a:t>
            </a:r>
            <a:r>
              <a:rPr lang="it-IT" dirty="0" err="1"/>
              <a:t>if</a:t>
            </a:r>
            <a:r>
              <a:rPr lang="it-IT" dirty="0"/>
              <a:t> di sopra che avviene se il messaggio inviato dal cliente è 2</a:t>
            </a:r>
          </a:p>
          <a:p>
            <a:r>
              <a:rPr lang="it-IT" dirty="0"/>
              <a:t>In questo caso il programma esegue le seguenti istruzioni:</a:t>
            </a:r>
          </a:p>
          <a:p>
            <a:r>
              <a:rPr lang="it-IT" dirty="0"/>
              <a:t>Riceve un blocco dati di massimo 1024 byte</a:t>
            </a:r>
          </a:p>
          <a:p>
            <a:r>
              <a:rPr lang="it-IT" dirty="0"/>
              <a:t>Ottiene la lista dei file nella directory specificata</a:t>
            </a:r>
          </a:p>
          <a:p>
            <a:r>
              <a:rPr lang="it-IT" dirty="0"/>
              <a:t>Costruisce una stringa </a:t>
            </a:r>
            <a:r>
              <a:rPr lang="it-IT" dirty="0" err="1"/>
              <a:t>tosend</a:t>
            </a:r>
            <a:r>
              <a:rPr lang="it-IT" dirty="0"/>
              <a:t> con nomi dei file separati da virgola e la invia al client</a:t>
            </a:r>
          </a:p>
          <a:p>
            <a:r>
              <a:rPr lang="it-IT" dirty="0"/>
              <a:t>Altrimenti invia il messaggio </a:t>
            </a:r>
            <a:r>
              <a:rPr lang="it-IT" dirty="0" err="1"/>
              <a:t>Wrong</a:t>
            </a:r>
            <a:r>
              <a:rPr lang="it-IT" dirty="0"/>
              <a:t> </a:t>
            </a:r>
            <a:r>
              <a:rPr lang="it-IT" dirty="0" err="1"/>
              <a:t>Path</a:t>
            </a:r>
            <a:endParaRPr lang="it-IT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D3FB0C-3FA5-F1AF-E88B-F69761317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74" y="4839886"/>
            <a:ext cx="2857500" cy="6000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6F640A-B437-DBF9-D9B5-9CEF2E65F378}"/>
              </a:ext>
            </a:extLst>
          </p:cNvPr>
          <p:cNvSpPr txBox="1"/>
          <p:nvPr/>
        </p:nvSpPr>
        <p:spPr>
          <a:xfrm>
            <a:off x="5458627" y="4401260"/>
            <a:ext cx="60098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Continuazione del ciclo </a:t>
            </a:r>
            <a:r>
              <a:rPr lang="it-IT" dirty="0" err="1"/>
              <a:t>if</a:t>
            </a:r>
            <a:r>
              <a:rPr lang="it-IT" dirty="0"/>
              <a:t> di sopra che avviene se il messaggio inviato dal cliente è 0</a:t>
            </a:r>
          </a:p>
          <a:p>
            <a:r>
              <a:rPr lang="it-IT" dirty="0"/>
              <a:t>In questo caso il programma esegue le seguenti istruzioni:</a:t>
            </a:r>
          </a:p>
          <a:p>
            <a:r>
              <a:rPr lang="it-IT" dirty="0"/>
              <a:t>Chiude la connessione corrente</a:t>
            </a:r>
          </a:p>
          <a:p>
            <a:r>
              <a:rPr lang="it-IT" dirty="0"/>
              <a:t>Accetta una nuova connessione</a:t>
            </a:r>
          </a:p>
        </p:txBody>
      </p:sp>
    </p:spTree>
    <p:extLst>
      <p:ext uri="{BB962C8B-B14F-4D97-AF65-F5344CB8AC3E}">
        <p14:creationId xmlns:p14="http://schemas.microsoft.com/office/powerpoint/2010/main" val="1185995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234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</dc:creator>
  <cp:lastModifiedBy>Marco</cp:lastModifiedBy>
  <cp:revision>17</cp:revision>
  <dcterms:created xsi:type="dcterms:W3CDTF">2023-12-14T12:41:02Z</dcterms:created>
  <dcterms:modified xsi:type="dcterms:W3CDTF">2023-12-14T15:32:40Z</dcterms:modified>
</cp:coreProperties>
</file>