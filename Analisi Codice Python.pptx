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5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C5696-6976-12C9-104C-B0DDD05D39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94F68-835D-8E2D-2CDC-8E9C6DF80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80A1B7-C540-D8D9-503A-7BFFAEB5C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4109-7EF0-44B9-861B-0C49D5D6CCFE}" type="datetimeFigureOut">
              <a:rPr lang="it-IT" smtClean="0"/>
              <a:t>14/12/2023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B6D52E-358B-4D9B-EB8A-EECE5E9E3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F64C8-5A51-E020-E8BE-A3DA6006B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E095-A310-49CA-838B-3BF664364F6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04906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4E47D-39CB-E029-D57F-A6DDA0E0C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685BF-AA39-A484-8C50-AE062D1339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A25C3E-A202-B742-B043-E44BA325C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4109-7EF0-44B9-861B-0C49D5D6CCFE}" type="datetimeFigureOut">
              <a:rPr lang="it-IT" smtClean="0"/>
              <a:t>14/12/2023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74AA5F-D305-4273-24DD-3718572A2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6193E1-24E2-8D6F-8F08-21EEA2CEF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E095-A310-49CA-838B-3BF664364F6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385510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0800E-E3D5-D6D0-CDF6-3D5EA4D3E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65B598-5861-2F96-E3D9-5BACF3F3D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3EDD7E-7204-3B58-110E-296090AE6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4109-7EF0-44B9-861B-0C49D5D6CCFE}" type="datetimeFigureOut">
              <a:rPr lang="it-IT" smtClean="0"/>
              <a:t>14/12/2023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F8AB88-D2AC-7E6C-D353-926DCF93F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6C63F-35B4-E31E-3B96-54E175A90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E095-A310-49CA-838B-3BF664364F6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94836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49F39-A808-6FAB-7706-6E14B6280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AEE0CC-08B4-4A04-019C-61504E548C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C6BB27-BDA9-97A7-D03B-296477DCEB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9E57C5-012B-EFB1-4C76-3D0DD7FE6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4109-7EF0-44B9-861B-0C49D5D6CCFE}" type="datetimeFigureOut">
              <a:rPr lang="it-IT" smtClean="0"/>
              <a:t>14/12/2023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891C31-1235-60BC-B099-4BE373CAB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7515E9-33EC-72CC-5C0A-556770775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E095-A310-49CA-838B-3BF664364F6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89714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5D8F5-BBB6-5931-71A2-6D9F88218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7679EF-ECDB-924A-2541-5E55EC112E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30445A-08BB-6044-D38E-5FFCD1DD4E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BA1CF3-1685-CD98-A1E1-062B657D33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E2837B-24CD-21E5-0A2A-B8C103CD14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FD1EB7-38F3-49BB-7352-F839A2B7C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4109-7EF0-44B9-861B-0C49D5D6CCFE}" type="datetimeFigureOut">
              <a:rPr lang="it-IT" smtClean="0"/>
              <a:t>14/12/2023</a:t>
            </a:fld>
            <a:endParaRPr lang="it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0EC152F-6EB1-DE08-041C-B380CF546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C976DF-63F7-A71F-93DB-2839F3951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E095-A310-49CA-838B-3BF664364F6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90690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2EC42-024A-A35D-6BCA-B703A7108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830595-9333-88B6-7352-65F66B88D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4109-7EF0-44B9-861B-0C49D5D6CCFE}" type="datetimeFigureOut">
              <a:rPr lang="it-IT" smtClean="0"/>
              <a:t>14/12/2023</a:t>
            </a:fld>
            <a:endParaRPr lang="it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7B26D0-7E17-2BCC-748D-4240F44EB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84771A-C51A-A2D4-BADC-B7BD004AF7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E095-A310-49CA-838B-3BF664364F6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34331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6DD50D-15AB-2B18-052F-9F68F2E72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4109-7EF0-44B9-861B-0C49D5D6CCFE}" type="datetimeFigureOut">
              <a:rPr lang="it-IT" smtClean="0"/>
              <a:t>14/12/2023</a:t>
            </a:fld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A9BCEC-4F79-D158-59A4-224A8D84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394290-900A-C0A2-8F2E-E94095428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E095-A310-49CA-838B-3BF664364F6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0356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769D7-467D-DA22-BC17-CBC64C258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611BB-D5D9-D75F-242E-66C4CE539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FE61AA-D167-C32A-12EF-77CA4DD88B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838FB6-F97E-BC9A-89D7-54782B3FB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4109-7EF0-44B9-861B-0C49D5D6CCFE}" type="datetimeFigureOut">
              <a:rPr lang="it-IT" smtClean="0"/>
              <a:t>14/12/2023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A03C78-3759-39C5-D78C-361A0F366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1846EA-59CD-C517-2246-E8782F678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E095-A310-49CA-838B-3BF664364F6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32264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0B4D5-B339-77FD-C4E8-A22937C8E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AE7319-7A28-8940-D094-2ECCADABAE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A42861-F442-D487-91C3-A1D0CC5F0E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84A2EA-A4BE-0760-D767-5165E0504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4109-7EF0-44B9-861B-0C49D5D6CCFE}" type="datetimeFigureOut">
              <a:rPr lang="it-IT" smtClean="0"/>
              <a:t>14/12/2023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0FB01D-1088-E2AB-9657-D070B112A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E63430-B61E-9E89-B15B-F218B8088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E095-A310-49CA-838B-3BF664364F6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55885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3F59F-B524-A3C8-5626-CF5C4F1AC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9924D1-DDE0-373C-D0FF-50B2A1AC8D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B9066-7562-93C8-D029-AEB395233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4109-7EF0-44B9-861B-0C49D5D6CCFE}" type="datetimeFigureOut">
              <a:rPr lang="it-IT" smtClean="0"/>
              <a:t>14/12/2023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8EC251-84C8-857E-4315-A542E53DC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0558E5-76E1-B44A-760E-D203A8C43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E095-A310-49CA-838B-3BF664364F6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01143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44003B-8506-BFD2-91A0-339162626B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C8A087-E55F-3976-A65A-FAC6B0D54C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94F3B0-6BD4-10B7-1C47-6D15944115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4109-7EF0-44B9-861B-0C49D5D6CCFE}" type="datetimeFigureOut">
              <a:rPr lang="it-IT" smtClean="0"/>
              <a:t>14/12/2023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22FC51-E945-FF40-9396-60A3AFE20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98E05B-EBA8-00D4-C30A-B7C898239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E095-A310-49CA-838B-3BF664364F6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21065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FECD35-4D30-B56B-A461-7758C539A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E9AD22-DB8B-50F1-E515-1397D3676A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59C167-192C-D563-6482-A2FF2F59C2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984109-7EF0-44B9-861B-0C49D5D6CCFE}" type="datetimeFigureOut">
              <a:rPr lang="it-IT" smtClean="0"/>
              <a:t>14/12/2023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AD67C9-9BB7-26AB-04EE-E471A682EE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BCDF7B-D9D8-8366-5825-2B6E9F63CD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92E095-A310-49CA-838B-3BF664364F6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84752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F5BAB42-E108-D15D-0731-DFCCA0B13512}"/>
              </a:ext>
            </a:extLst>
          </p:cNvPr>
          <p:cNvSpPr txBox="1"/>
          <p:nvPr/>
        </p:nvSpPr>
        <p:spPr>
          <a:xfrm>
            <a:off x="0" y="213645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 </a:t>
            </a:r>
            <a:r>
              <a:rPr lang="en-US" dirty="0" err="1"/>
              <a:t>seguito</a:t>
            </a:r>
            <a:r>
              <a:rPr lang="en-US" dirty="0"/>
              <a:t> </a:t>
            </a:r>
            <a:r>
              <a:rPr lang="en-US" dirty="0" err="1"/>
              <a:t>allego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vari</a:t>
            </a:r>
            <a:r>
              <a:rPr lang="en-US" dirty="0"/>
              <a:t> </a:t>
            </a:r>
            <a:r>
              <a:rPr lang="en-US" dirty="0" err="1"/>
              <a:t>pezzi</a:t>
            </a:r>
            <a:r>
              <a:rPr lang="en-US" dirty="0"/>
              <a:t> di </a:t>
            </a:r>
            <a:r>
              <a:rPr lang="en-US" dirty="0" err="1"/>
              <a:t>codice</a:t>
            </a:r>
            <a:r>
              <a:rPr lang="en-US" dirty="0"/>
              <a:t> con </a:t>
            </a:r>
            <a:r>
              <a:rPr lang="en-US" dirty="0" err="1"/>
              <a:t>accanto</a:t>
            </a:r>
            <a:r>
              <a:rPr lang="en-US" dirty="0"/>
              <a:t> </a:t>
            </a:r>
            <a:r>
              <a:rPr lang="en-US" dirty="0" err="1"/>
              <a:t>relativa</a:t>
            </a:r>
            <a:r>
              <a:rPr lang="en-US" dirty="0"/>
              <a:t> </a:t>
            </a:r>
            <a:r>
              <a:rPr lang="en-US" dirty="0" err="1"/>
              <a:t>descrizione</a:t>
            </a:r>
            <a:endParaRPr lang="it-IT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8206A5-4093-2E64-52A0-64CA53E3735A}"/>
              </a:ext>
            </a:extLst>
          </p:cNvPr>
          <p:cNvSpPr txBox="1"/>
          <p:nvPr/>
        </p:nvSpPr>
        <p:spPr>
          <a:xfrm>
            <a:off x="4625100" y="771770"/>
            <a:ext cx="7150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Importa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moduli </a:t>
            </a:r>
            <a:r>
              <a:rPr lang="en-US" dirty="0" err="1"/>
              <a:t>necessari</a:t>
            </a:r>
            <a:r>
              <a:rPr lang="en-US" dirty="0"/>
              <a:t> per </a:t>
            </a:r>
            <a:r>
              <a:rPr lang="en-US" dirty="0" err="1"/>
              <a:t>poter</a:t>
            </a:r>
            <a:r>
              <a:rPr lang="en-US" dirty="0"/>
              <a:t> </a:t>
            </a:r>
            <a:r>
              <a:rPr lang="en-US" dirty="0" err="1"/>
              <a:t>eseguire</a:t>
            </a:r>
            <a:r>
              <a:rPr lang="en-US" dirty="0"/>
              <a:t> </a:t>
            </a:r>
            <a:r>
              <a:rPr lang="en-US" dirty="0" err="1"/>
              <a:t>sezioni</a:t>
            </a:r>
            <a:r>
              <a:rPr lang="en-US" dirty="0"/>
              <a:t> </a:t>
            </a:r>
            <a:r>
              <a:rPr lang="en-US" dirty="0" err="1"/>
              <a:t>specifiche</a:t>
            </a:r>
            <a:r>
              <a:rPr lang="en-US" dirty="0"/>
              <a:t> del </a:t>
            </a:r>
            <a:r>
              <a:rPr lang="en-US" dirty="0" err="1"/>
              <a:t>codice</a:t>
            </a:r>
            <a:endParaRPr lang="it-IT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0193DD-CA3F-4E56-A8F3-BD0FC4176103}"/>
              </a:ext>
            </a:extLst>
          </p:cNvPr>
          <p:cNvSpPr txBox="1"/>
          <p:nvPr/>
        </p:nvSpPr>
        <p:spPr>
          <a:xfrm>
            <a:off x="4625100" y="1366907"/>
            <a:ext cx="45560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 </a:t>
            </a:r>
            <a:r>
              <a:rPr lang="en-US" dirty="0" err="1"/>
              <a:t>dichiarano</a:t>
            </a:r>
            <a:r>
              <a:rPr lang="en-US" dirty="0"/>
              <a:t> le </a:t>
            </a:r>
            <a:r>
              <a:rPr lang="en-US" dirty="0" err="1"/>
              <a:t>variabili</a:t>
            </a:r>
            <a:r>
              <a:rPr lang="en-US" dirty="0"/>
              <a:t> per </a:t>
            </a:r>
            <a:r>
              <a:rPr lang="en-US" dirty="0" err="1"/>
              <a:t>indirizzo</a:t>
            </a:r>
            <a:r>
              <a:rPr lang="en-US" dirty="0"/>
              <a:t> </a:t>
            </a:r>
            <a:r>
              <a:rPr lang="en-US" dirty="0" err="1"/>
              <a:t>ip</a:t>
            </a:r>
            <a:r>
              <a:rPr lang="en-US" dirty="0"/>
              <a:t> e porta</a:t>
            </a:r>
            <a:endParaRPr lang="it-IT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CB16CE3-B9B9-CC23-551C-2969F0D93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30" y="871170"/>
            <a:ext cx="2200275" cy="2286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9F7CA27-AABF-90D6-FD93-EBC456D4D2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130" y="1364764"/>
            <a:ext cx="1228725" cy="3714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4A3CB4F-7B75-B4F4-BC47-F71AF67850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130" y="2106938"/>
            <a:ext cx="4124325" cy="20002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C38C02A-BDDB-CA98-A4DD-C11E71B5E86C}"/>
              </a:ext>
            </a:extLst>
          </p:cNvPr>
          <p:cNvSpPr txBox="1"/>
          <p:nvPr/>
        </p:nvSpPr>
        <p:spPr>
          <a:xfrm>
            <a:off x="4636494" y="1883784"/>
            <a:ext cx="68409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Crea un oggetto  contenente un </a:t>
            </a:r>
            <a:r>
              <a:rPr lang="it-IT" dirty="0" err="1"/>
              <a:t>socket</a:t>
            </a:r>
            <a:r>
              <a:rPr lang="it-IT" dirty="0"/>
              <a:t> che utilizza IPv4 (AF_INET) e TCP (SOCK_STREAM)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46C0678-B406-8E4C-2FF7-08D2BDB14E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130" y="2853696"/>
            <a:ext cx="2247900" cy="20002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AA285669-BB75-3614-C312-C887B0B6624C}"/>
              </a:ext>
            </a:extLst>
          </p:cNvPr>
          <p:cNvSpPr txBox="1"/>
          <p:nvPr/>
        </p:nvSpPr>
        <p:spPr>
          <a:xfrm>
            <a:off x="4625100" y="2769043"/>
            <a:ext cx="6573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Associa</a:t>
            </a:r>
            <a:r>
              <a:rPr lang="en-US" dirty="0"/>
              <a:t> </a:t>
            </a:r>
            <a:r>
              <a:rPr lang="en-US" dirty="0" err="1"/>
              <a:t>all’oggetto</a:t>
            </a:r>
            <a:r>
              <a:rPr lang="en-US" dirty="0"/>
              <a:t> un </a:t>
            </a:r>
            <a:r>
              <a:rPr lang="en-US" dirty="0" err="1"/>
              <a:t>ip</a:t>
            </a:r>
            <a:r>
              <a:rPr lang="en-US" dirty="0"/>
              <a:t> e </a:t>
            </a:r>
            <a:r>
              <a:rPr lang="en-US" dirty="0" err="1"/>
              <a:t>una</a:t>
            </a:r>
            <a:r>
              <a:rPr lang="en-US" dirty="0"/>
              <a:t> porta </a:t>
            </a:r>
            <a:r>
              <a:rPr lang="en-US" dirty="0" err="1"/>
              <a:t>tramite</a:t>
            </a:r>
            <a:r>
              <a:rPr lang="en-US" dirty="0"/>
              <a:t> le </a:t>
            </a:r>
            <a:r>
              <a:rPr lang="en-US" dirty="0" err="1"/>
              <a:t>variabili</a:t>
            </a:r>
            <a:r>
              <a:rPr lang="en-US" dirty="0"/>
              <a:t> create prima</a:t>
            </a:r>
            <a:endParaRPr lang="it-IT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E14E418F-9CE8-CA75-339F-ECB44618A4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7130" y="3429508"/>
            <a:ext cx="952500" cy="20955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086D5CC-2411-8ECD-3A89-DD1CEFA93BD6}"/>
              </a:ext>
            </a:extLst>
          </p:cNvPr>
          <p:cNvSpPr txBox="1"/>
          <p:nvPr/>
        </p:nvSpPr>
        <p:spPr>
          <a:xfrm>
            <a:off x="4625100" y="3349617"/>
            <a:ext cx="72165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Inizia</a:t>
            </a:r>
            <a:r>
              <a:rPr lang="en-US" dirty="0"/>
              <a:t> ad </a:t>
            </a:r>
            <a:r>
              <a:rPr lang="en-US" dirty="0" err="1"/>
              <a:t>ascoltare</a:t>
            </a:r>
            <a:r>
              <a:rPr lang="en-US" dirty="0"/>
              <a:t> le </a:t>
            </a:r>
            <a:r>
              <a:rPr lang="en-US" dirty="0" err="1"/>
              <a:t>connessioni</a:t>
            </a:r>
            <a:r>
              <a:rPr lang="en-US" dirty="0"/>
              <a:t> in </a:t>
            </a:r>
            <a:r>
              <a:rPr lang="en-US" dirty="0" err="1"/>
              <a:t>entrata</a:t>
            </a:r>
            <a:r>
              <a:rPr lang="en-US" dirty="0"/>
              <a:t> </a:t>
            </a:r>
            <a:r>
              <a:rPr lang="en-US" dirty="0" err="1"/>
              <a:t>fino</a:t>
            </a:r>
            <a:r>
              <a:rPr lang="en-US" dirty="0"/>
              <a:t> a un </a:t>
            </a:r>
            <a:r>
              <a:rPr lang="en-US" dirty="0" err="1"/>
              <a:t>massimo</a:t>
            </a:r>
            <a:r>
              <a:rPr lang="en-US" dirty="0"/>
              <a:t> di 1 in </a:t>
            </a:r>
            <a:r>
              <a:rPr lang="en-US" dirty="0" err="1"/>
              <a:t>attesa</a:t>
            </a:r>
            <a:endParaRPr lang="it-IT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873C1E1-CCD8-30A1-B933-4A4F552EE03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7130" y="4080117"/>
            <a:ext cx="2562225" cy="22860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D4D8C32-DF8A-1DB0-3D2C-308AC956F3AF}"/>
              </a:ext>
            </a:extLst>
          </p:cNvPr>
          <p:cNvSpPr txBox="1"/>
          <p:nvPr/>
        </p:nvSpPr>
        <p:spPr>
          <a:xfrm>
            <a:off x="4638418" y="4009751"/>
            <a:ext cx="33424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Accetta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connessione</a:t>
            </a:r>
            <a:r>
              <a:rPr lang="en-US" dirty="0"/>
              <a:t> in </a:t>
            </a:r>
            <a:r>
              <a:rPr lang="en-US" dirty="0" err="1"/>
              <a:t>arrivo</a:t>
            </a:r>
            <a:endParaRPr lang="it-IT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AC654755-AE82-235D-EBAB-5E57AF97CD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7130" y="4749776"/>
            <a:ext cx="2886075" cy="22860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3F0976B7-3609-741E-D9D4-AEFC502EDECF}"/>
              </a:ext>
            </a:extLst>
          </p:cNvPr>
          <p:cNvSpPr txBox="1"/>
          <p:nvPr/>
        </p:nvSpPr>
        <p:spPr>
          <a:xfrm>
            <a:off x="4636494" y="4609044"/>
            <a:ext cx="5407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Stampa un </a:t>
            </a:r>
            <a:r>
              <a:rPr lang="en-US" dirty="0" err="1"/>
              <a:t>messaggio</a:t>
            </a:r>
            <a:r>
              <a:rPr lang="en-US" dirty="0"/>
              <a:t> con </a:t>
            </a:r>
            <a:r>
              <a:rPr lang="en-US" dirty="0" err="1"/>
              <a:t>l’indirizzo</a:t>
            </a:r>
            <a:r>
              <a:rPr lang="en-US" dirty="0"/>
              <a:t> del client </a:t>
            </a:r>
            <a:r>
              <a:rPr lang="en-US" dirty="0" err="1"/>
              <a:t>connesso</a:t>
            </a:r>
            <a:endParaRPr lang="it-IT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3525ADEE-E3F5-8151-4798-A311D3A80C8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7130" y="5419435"/>
            <a:ext cx="704850" cy="200025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A6939E52-847A-565C-426D-37861ECAC528}"/>
              </a:ext>
            </a:extLst>
          </p:cNvPr>
          <p:cNvSpPr txBox="1"/>
          <p:nvPr/>
        </p:nvSpPr>
        <p:spPr>
          <a:xfrm>
            <a:off x="4636494" y="5269178"/>
            <a:ext cx="2000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Inizia</a:t>
            </a:r>
            <a:r>
              <a:rPr lang="en-US" dirty="0"/>
              <a:t> un loop while</a:t>
            </a:r>
            <a:endParaRPr lang="it-IT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043DBBC6-BFD4-1307-9DE6-C64459505C0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7130" y="5910262"/>
            <a:ext cx="2828925" cy="523875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94B2A47C-3018-CFE6-D190-0BEF7B66DD3D}"/>
              </a:ext>
            </a:extLst>
          </p:cNvPr>
          <p:cNvSpPr txBox="1"/>
          <p:nvPr/>
        </p:nvSpPr>
        <p:spPr>
          <a:xfrm>
            <a:off x="4625100" y="5987533"/>
            <a:ext cx="4487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Ricevere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dati</a:t>
            </a:r>
            <a:r>
              <a:rPr lang="en-US" dirty="0"/>
              <a:t> </a:t>
            </a:r>
            <a:r>
              <a:rPr lang="en-US" dirty="0" err="1"/>
              <a:t>fino</a:t>
            </a:r>
            <a:r>
              <a:rPr lang="en-US" dirty="0"/>
              <a:t> a un </a:t>
            </a:r>
            <a:r>
              <a:rPr lang="en-US" dirty="0" err="1"/>
              <a:t>massimo</a:t>
            </a:r>
            <a:r>
              <a:rPr lang="en-US" dirty="0"/>
              <a:t> di 1024 byte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546828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C74285-0871-0FDA-5D9E-12E77C6C623E}"/>
              </a:ext>
            </a:extLst>
          </p:cNvPr>
          <p:cNvSpPr txBox="1"/>
          <p:nvPr/>
        </p:nvSpPr>
        <p:spPr>
          <a:xfrm>
            <a:off x="5458626" y="357766"/>
            <a:ext cx="60974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Ciclo </a:t>
            </a:r>
            <a:r>
              <a:rPr lang="it-IT" dirty="0" err="1"/>
              <a:t>if</a:t>
            </a:r>
            <a:r>
              <a:rPr lang="it-IT" dirty="0"/>
              <a:t> che controlla se il messaggio inviato dal cliente è 1 e in caso di risposta positiva assegna alla </a:t>
            </a:r>
            <a:r>
              <a:rPr lang="it-IT" dirty="0" err="1"/>
              <a:t>variable</a:t>
            </a:r>
            <a:r>
              <a:rPr lang="it-IT" dirty="0"/>
              <a:t> </a:t>
            </a:r>
            <a:r>
              <a:rPr lang="it-IT" dirty="0" err="1"/>
              <a:t>tosend</a:t>
            </a:r>
            <a:r>
              <a:rPr lang="it-IT" dirty="0"/>
              <a:t> informazioni su sistema operativo e sulla macchina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23AF63A-1DF3-E312-6DEB-1BF0BBF15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774" y="543206"/>
            <a:ext cx="4572000" cy="5524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20C9517-3041-5D29-0B46-95E23B44C2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74" y="1966823"/>
            <a:ext cx="4019550" cy="17240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8C7B90D-0FB9-7B4D-4F8D-6D8F19454C26}"/>
              </a:ext>
            </a:extLst>
          </p:cNvPr>
          <p:cNvSpPr txBox="1"/>
          <p:nvPr/>
        </p:nvSpPr>
        <p:spPr>
          <a:xfrm>
            <a:off x="5458626" y="1674674"/>
            <a:ext cx="609742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Continuazione del ciclo </a:t>
            </a:r>
            <a:r>
              <a:rPr lang="it-IT" dirty="0" err="1"/>
              <a:t>if</a:t>
            </a:r>
            <a:r>
              <a:rPr lang="it-IT" dirty="0"/>
              <a:t> di sopra che avviene se il messaggio inviato dal cliente è 2</a:t>
            </a:r>
          </a:p>
          <a:p>
            <a:r>
              <a:rPr lang="it-IT" dirty="0"/>
              <a:t>In questo caso il programma esegue le seguenti istruzioni:</a:t>
            </a:r>
          </a:p>
          <a:p>
            <a:r>
              <a:rPr lang="it-IT" dirty="0"/>
              <a:t>Riceve un blocco dati di massimo 1024 byte</a:t>
            </a:r>
          </a:p>
          <a:p>
            <a:r>
              <a:rPr lang="it-IT" dirty="0"/>
              <a:t>Ottiene la lista dei file nella directory specificata</a:t>
            </a:r>
          </a:p>
          <a:p>
            <a:r>
              <a:rPr lang="it-IT" dirty="0"/>
              <a:t>Costruisce una stringa </a:t>
            </a:r>
            <a:r>
              <a:rPr lang="it-IT" dirty="0" err="1"/>
              <a:t>tosend</a:t>
            </a:r>
            <a:r>
              <a:rPr lang="it-IT" dirty="0"/>
              <a:t> con nomi dei file separati da virgola e la invia al client</a:t>
            </a:r>
          </a:p>
          <a:p>
            <a:r>
              <a:rPr lang="it-IT" dirty="0"/>
              <a:t>Altrimenti invia il messaggio </a:t>
            </a:r>
            <a:r>
              <a:rPr lang="it-IT" dirty="0" err="1"/>
              <a:t>Wrong</a:t>
            </a:r>
            <a:r>
              <a:rPr lang="it-IT" dirty="0"/>
              <a:t> </a:t>
            </a:r>
            <a:r>
              <a:rPr lang="it-IT" dirty="0" err="1"/>
              <a:t>Path</a:t>
            </a:r>
            <a:endParaRPr lang="it-IT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DD3FB0C-3FA5-F1AF-E88B-F69761317A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774" y="4839886"/>
            <a:ext cx="2857500" cy="60007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16F640A-B437-DBF9-D9B5-9CEF2E65F378}"/>
              </a:ext>
            </a:extLst>
          </p:cNvPr>
          <p:cNvSpPr txBox="1"/>
          <p:nvPr/>
        </p:nvSpPr>
        <p:spPr>
          <a:xfrm>
            <a:off x="5458627" y="4401260"/>
            <a:ext cx="600983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Continuazione del ciclo </a:t>
            </a:r>
            <a:r>
              <a:rPr lang="it-IT" dirty="0" err="1"/>
              <a:t>if</a:t>
            </a:r>
            <a:r>
              <a:rPr lang="it-IT" dirty="0"/>
              <a:t> di sopra che avviene se il messaggio inviato dal cliente è 0</a:t>
            </a:r>
          </a:p>
          <a:p>
            <a:r>
              <a:rPr lang="it-IT" dirty="0"/>
              <a:t>In questo caso il programma esegue le seguenti istruzioni:</a:t>
            </a:r>
          </a:p>
          <a:p>
            <a:r>
              <a:rPr lang="it-IT" dirty="0"/>
              <a:t>Chiude la connessione corrente</a:t>
            </a:r>
          </a:p>
          <a:p>
            <a:r>
              <a:rPr lang="it-IT" dirty="0"/>
              <a:t>Accetta una nuova connessione</a:t>
            </a:r>
          </a:p>
        </p:txBody>
      </p:sp>
    </p:spTree>
    <p:extLst>
      <p:ext uri="{BB962C8B-B14F-4D97-AF65-F5344CB8AC3E}">
        <p14:creationId xmlns:p14="http://schemas.microsoft.com/office/powerpoint/2010/main" val="11859958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234</Words>
  <Application>Microsoft Office PowerPoint</Application>
  <PresentationFormat>Widescreen</PresentationFormat>
  <Paragraphs>21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Marco</dc:creator>
  <cp:lastModifiedBy>Marco</cp:lastModifiedBy>
  <cp:revision>15</cp:revision>
  <dcterms:created xsi:type="dcterms:W3CDTF">2023-12-14T12:41:02Z</dcterms:created>
  <dcterms:modified xsi:type="dcterms:W3CDTF">2023-12-14T13:09:20Z</dcterms:modified>
</cp:coreProperties>
</file>